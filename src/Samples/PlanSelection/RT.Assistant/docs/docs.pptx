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49"/>
    <p:restoredTop sz="94620"/>
  </p:normalViewPr>
  <p:slideViewPr>
    <p:cSldViewPr snapToGrid="0">
      <p:cViewPr varScale="1">
        <p:scale>
          <a:sx n="36" d="100"/>
          <a:sy n="36" d="100"/>
        </p:scale>
        <p:origin x="348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,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, and humm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,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pp"/>
          <p:cNvSpPr/>
          <p:nvPr/>
        </p:nvSpPr>
        <p:spPr>
          <a:xfrm>
            <a:off x="8779269" y="498582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App</a:t>
            </a:r>
          </a:p>
        </p:txBody>
      </p:sp>
      <p:sp>
        <p:nvSpPr>
          <p:cNvPr id="172" name="Line"/>
          <p:cNvSpPr/>
          <p:nvPr/>
        </p:nvSpPr>
        <p:spPr>
          <a:xfrm>
            <a:off x="8254565" y="7189771"/>
            <a:ext cx="7827477" cy="1"/>
          </a:xfrm>
          <a:prstGeom prst="line">
            <a:avLst/>
          </a:prstGeom>
          <a:ln w="114300">
            <a:solidFill>
              <a:schemeClr val="accent4">
                <a:hueOff val="-1247790"/>
                <a:lumOff val="-12326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73" name="Line"/>
          <p:cNvSpPr/>
          <p:nvPr/>
        </p:nvSpPr>
        <p:spPr>
          <a:xfrm>
            <a:off x="8254565" y="7757841"/>
            <a:ext cx="7827477" cy="1"/>
          </a:xfrm>
          <a:prstGeom prst="line">
            <a:avLst/>
          </a:prstGeom>
          <a:ln w="1143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74" name="Code Gen"/>
          <p:cNvSpPr/>
          <p:nvPr/>
        </p:nvSpPr>
        <p:spPr>
          <a:xfrm>
            <a:off x="10617248" y="498582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Code Gen</a:t>
            </a:r>
          </a:p>
        </p:txBody>
      </p:sp>
      <p:sp>
        <p:nvSpPr>
          <p:cNvPr id="175" name="Query"/>
          <p:cNvSpPr/>
          <p:nvPr/>
        </p:nvSpPr>
        <p:spPr>
          <a:xfrm>
            <a:off x="12363349" y="4985822"/>
            <a:ext cx="1368691" cy="1270001"/>
          </a:xfrm>
          <a:prstGeom prst="roundRect">
            <a:avLst>
              <a:gd name="adj" fmla="val 15000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Query</a:t>
            </a:r>
          </a:p>
        </p:txBody>
      </p:sp>
      <p:sp>
        <p:nvSpPr>
          <p:cNvPr id="176" name="Voice"/>
          <p:cNvSpPr/>
          <p:nvPr/>
        </p:nvSpPr>
        <p:spPr>
          <a:xfrm>
            <a:off x="14109450" y="498582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Voice</a:t>
            </a:r>
          </a:p>
        </p:txBody>
      </p:sp>
      <p:sp>
        <p:nvSpPr>
          <p:cNvPr id="177" name="Flow"/>
          <p:cNvSpPr txBox="1"/>
          <p:nvPr/>
        </p:nvSpPr>
        <p:spPr>
          <a:xfrm>
            <a:off x="8053268" y="9615312"/>
            <a:ext cx="141153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Flow</a:t>
            </a:r>
          </a:p>
        </p:txBody>
      </p:sp>
      <p:sp>
        <p:nvSpPr>
          <p:cNvPr id="178" name="(async state machine)"/>
          <p:cNvSpPr txBox="1"/>
          <p:nvPr/>
        </p:nvSpPr>
        <p:spPr>
          <a:xfrm>
            <a:off x="7335493" y="10410280"/>
            <a:ext cx="3442488" cy="511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/>
            </a:lvl1pPr>
          </a:lstStyle>
          <a:p>
            <a:r>
              <a:t>(async state machine)</a:t>
            </a:r>
          </a:p>
        </p:txBody>
      </p:sp>
      <p:sp>
        <p:nvSpPr>
          <p:cNvPr id="179" name="Flow input channel"/>
          <p:cNvSpPr txBox="1"/>
          <p:nvPr/>
        </p:nvSpPr>
        <p:spPr>
          <a:xfrm>
            <a:off x="4983349" y="7502292"/>
            <a:ext cx="3099246" cy="511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/>
            </a:lvl1pPr>
          </a:lstStyle>
          <a:p>
            <a:r>
              <a:t>Flow input channel </a:t>
            </a:r>
          </a:p>
        </p:txBody>
      </p:sp>
      <p:sp>
        <p:nvSpPr>
          <p:cNvPr id="180" name="Line"/>
          <p:cNvSpPr/>
          <p:nvPr/>
        </p:nvSpPr>
        <p:spPr>
          <a:xfrm flipV="1">
            <a:off x="14462078" y="6290006"/>
            <a:ext cx="1" cy="808433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1" name="Line"/>
          <p:cNvSpPr/>
          <p:nvPr/>
        </p:nvSpPr>
        <p:spPr>
          <a:xfrm flipV="1">
            <a:off x="14991924" y="6339536"/>
            <a:ext cx="1" cy="1325703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oval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2" name="Line"/>
          <p:cNvSpPr/>
          <p:nvPr/>
        </p:nvSpPr>
        <p:spPr>
          <a:xfrm flipV="1">
            <a:off x="9056737" y="6290006"/>
            <a:ext cx="1" cy="808433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3" name="Line"/>
          <p:cNvSpPr/>
          <p:nvPr/>
        </p:nvSpPr>
        <p:spPr>
          <a:xfrm flipV="1">
            <a:off x="10900850" y="6290006"/>
            <a:ext cx="1" cy="808433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4" name="Line"/>
          <p:cNvSpPr/>
          <p:nvPr/>
        </p:nvSpPr>
        <p:spPr>
          <a:xfrm flipV="1">
            <a:off x="12744965" y="6290006"/>
            <a:ext cx="1" cy="808433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5" name="Line"/>
          <p:cNvSpPr/>
          <p:nvPr/>
        </p:nvSpPr>
        <p:spPr>
          <a:xfrm flipV="1">
            <a:off x="11710264" y="7937538"/>
            <a:ext cx="1" cy="1035417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oval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6" name="Line"/>
          <p:cNvSpPr/>
          <p:nvPr/>
        </p:nvSpPr>
        <p:spPr>
          <a:xfrm flipV="1">
            <a:off x="9762301" y="6339536"/>
            <a:ext cx="1" cy="1325703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oval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7" name="Line"/>
          <p:cNvSpPr/>
          <p:nvPr/>
        </p:nvSpPr>
        <p:spPr>
          <a:xfrm flipV="1">
            <a:off x="11505509" y="6339536"/>
            <a:ext cx="1" cy="1325703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oval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8" name="Line"/>
          <p:cNvSpPr/>
          <p:nvPr/>
        </p:nvSpPr>
        <p:spPr>
          <a:xfrm flipV="1">
            <a:off x="13183155" y="6466536"/>
            <a:ext cx="1" cy="1325703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oval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9" name="Agent broadcast channel"/>
          <p:cNvSpPr txBox="1"/>
          <p:nvPr/>
        </p:nvSpPr>
        <p:spPr>
          <a:xfrm>
            <a:off x="4046204" y="6934221"/>
            <a:ext cx="3950666" cy="511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/>
            </a:lvl1pPr>
          </a:lstStyle>
          <a:p>
            <a:r>
              <a:t>Agent broadcast channel</a:t>
            </a:r>
          </a:p>
        </p:txBody>
      </p:sp>
      <p:sp>
        <p:nvSpPr>
          <p:cNvPr id="190" name="Line"/>
          <p:cNvSpPr/>
          <p:nvPr/>
        </p:nvSpPr>
        <p:spPr>
          <a:xfrm>
            <a:off x="12168303" y="7290915"/>
            <a:ext cx="1" cy="166875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oval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91" name="Bus"/>
          <p:cNvSpPr txBox="1"/>
          <p:nvPr/>
        </p:nvSpPr>
        <p:spPr>
          <a:xfrm>
            <a:off x="2612894" y="7036788"/>
            <a:ext cx="117561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Bus</a:t>
            </a:r>
          </a:p>
        </p:txBody>
      </p:sp>
      <p:sp>
        <p:nvSpPr>
          <p:cNvPr id="192" name="Agents"/>
          <p:cNvSpPr txBox="1"/>
          <p:nvPr/>
        </p:nvSpPr>
        <p:spPr>
          <a:xfrm>
            <a:off x="6201643" y="5346865"/>
            <a:ext cx="202234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Agents</a:t>
            </a:r>
          </a:p>
        </p:txBody>
      </p:sp>
      <p:sp>
        <p:nvSpPr>
          <p:cNvPr id="193" name="Prolog Query Engine"/>
          <p:cNvSpPr/>
          <p:nvPr/>
        </p:nvSpPr>
        <p:spPr>
          <a:xfrm>
            <a:off x="13213937" y="2835844"/>
            <a:ext cx="2022349" cy="1083677"/>
          </a:xfrm>
          <a:prstGeom prst="roundRect">
            <a:avLst>
              <a:gd name="adj" fmla="val 26570"/>
            </a:avLst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3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Prolog Query Engine</a:t>
            </a:r>
          </a:p>
        </p:txBody>
      </p:sp>
      <p:sp>
        <p:nvSpPr>
          <p:cNvPr id="194" name="LLM API"/>
          <p:cNvSpPr/>
          <p:nvPr/>
        </p:nvSpPr>
        <p:spPr>
          <a:xfrm>
            <a:off x="10241074" y="2785197"/>
            <a:ext cx="2022349" cy="1184971"/>
          </a:xfrm>
          <a:prstGeom prst="roundRect">
            <a:avLst>
              <a:gd name="adj" fmla="val 24299"/>
            </a:avLst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3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LLM API</a:t>
            </a:r>
          </a:p>
        </p:txBody>
      </p:sp>
      <p:cxnSp>
        <p:nvCxnSpPr>
          <p:cNvPr id="195" name="Connection Line"/>
          <p:cNvCxnSpPr>
            <a:cxnSpLocks/>
            <a:stCxn id="174" idx="0"/>
            <a:endCxn id="193" idx="1"/>
          </p:cNvCxnSpPr>
          <p:nvPr/>
        </p:nvCxnSpPr>
        <p:spPr>
          <a:xfrm flipV="1">
            <a:off x="11252249" y="3377683"/>
            <a:ext cx="1961688" cy="1608139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196" name="Connection Line"/>
          <p:cNvCxnSpPr>
            <a:cxnSpLocks/>
            <a:stCxn id="175" idx="0"/>
          </p:cNvCxnSpPr>
          <p:nvPr/>
        </p:nvCxnSpPr>
        <p:spPr>
          <a:xfrm flipV="1">
            <a:off x="13047695" y="3409106"/>
            <a:ext cx="135460" cy="1576716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197" name="Connection Line"/>
          <p:cNvCxnSpPr>
            <a:cxnSpLocks/>
            <a:stCxn id="174" idx="0"/>
          </p:cNvCxnSpPr>
          <p:nvPr/>
        </p:nvCxnSpPr>
        <p:spPr>
          <a:xfrm flipH="1" flipV="1">
            <a:off x="11252248" y="3919521"/>
            <a:ext cx="1" cy="1066301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grpSp>
        <p:nvGrpSpPr>
          <p:cNvPr id="208" name="Group"/>
          <p:cNvGrpSpPr/>
          <p:nvPr/>
        </p:nvGrpSpPr>
        <p:grpSpPr>
          <a:xfrm>
            <a:off x="11217092" y="9045351"/>
            <a:ext cx="2104291" cy="3240957"/>
            <a:chOff x="0" y="0"/>
            <a:chExt cx="2104290" cy="3240956"/>
          </a:xfrm>
        </p:grpSpPr>
        <p:sp>
          <p:nvSpPr>
            <p:cNvPr id="198" name="Oval"/>
            <p:cNvSpPr/>
            <p:nvPr/>
          </p:nvSpPr>
          <p:spPr>
            <a:xfrm>
              <a:off x="0" y="0"/>
              <a:ext cx="740854" cy="808432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9" name="Oval"/>
            <p:cNvSpPr/>
            <p:nvPr/>
          </p:nvSpPr>
          <p:spPr>
            <a:xfrm>
              <a:off x="493936" y="2529982"/>
              <a:ext cx="740855" cy="710975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00" name="Oval"/>
            <p:cNvSpPr/>
            <p:nvPr/>
          </p:nvSpPr>
          <p:spPr>
            <a:xfrm>
              <a:off x="1363436" y="631646"/>
              <a:ext cx="740855" cy="724737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cxnSp>
          <p:nvCxnSpPr>
            <p:cNvPr id="201" name="Connection Line"/>
            <p:cNvCxnSpPr>
              <a:stCxn id="198" idx="0"/>
              <a:endCxn id="200" idx="0"/>
            </p:cNvCxnSpPr>
            <p:nvPr/>
          </p:nvCxnSpPr>
          <p:spPr>
            <a:xfrm>
              <a:off x="370426" y="404215"/>
              <a:ext cx="1363438" cy="589800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202" name="Connection Line"/>
            <p:cNvCxnSpPr>
              <a:stCxn id="198" idx="0"/>
              <a:endCxn id="200" idx="0"/>
            </p:cNvCxnSpPr>
            <p:nvPr/>
          </p:nvCxnSpPr>
          <p:spPr>
            <a:xfrm>
              <a:off x="370426" y="404215"/>
              <a:ext cx="1363438" cy="589800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203" name="Connection Line"/>
            <p:cNvCxnSpPr>
              <a:stCxn id="200" idx="0"/>
              <a:endCxn id="205" idx="0"/>
            </p:cNvCxnSpPr>
            <p:nvPr/>
          </p:nvCxnSpPr>
          <p:spPr>
            <a:xfrm flipH="1">
              <a:off x="1733862" y="994014"/>
              <a:ext cx="2" cy="1100081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204" name="Connection Line"/>
            <p:cNvCxnSpPr>
              <a:stCxn id="199" idx="0"/>
              <a:endCxn id="198" idx="0"/>
            </p:cNvCxnSpPr>
            <p:nvPr/>
          </p:nvCxnSpPr>
          <p:spPr>
            <a:xfrm flipH="1" flipV="1">
              <a:off x="370426" y="404215"/>
              <a:ext cx="493938" cy="2481255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sp>
          <p:nvSpPr>
            <p:cNvPr id="205" name="Oval"/>
            <p:cNvSpPr/>
            <p:nvPr/>
          </p:nvSpPr>
          <p:spPr>
            <a:xfrm>
              <a:off x="1363616" y="1738607"/>
              <a:ext cx="740494" cy="710975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cxnSp>
          <p:nvCxnSpPr>
            <p:cNvPr id="206" name="Connection Line"/>
            <p:cNvCxnSpPr>
              <a:stCxn id="205" idx="0"/>
              <a:endCxn id="199" idx="0"/>
            </p:cNvCxnSpPr>
            <p:nvPr/>
          </p:nvCxnSpPr>
          <p:spPr>
            <a:xfrm flipH="1">
              <a:off x="864363" y="2094094"/>
              <a:ext cx="869500" cy="791376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207" name="Connection Line"/>
            <p:cNvCxnSpPr>
              <a:stCxn id="199" idx="0"/>
              <a:endCxn id="200" idx="0"/>
            </p:cNvCxnSpPr>
            <p:nvPr/>
          </p:nvCxnSpPr>
          <p:spPr>
            <a:xfrm flipV="1">
              <a:off x="864363" y="994014"/>
              <a:ext cx="869501" cy="1891456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</p:grpSp>
      <p:sp>
        <p:nvSpPr>
          <p:cNvPr id="209" name="Head with Shoulders"/>
          <p:cNvSpPr/>
          <p:nvPr/>
        </p:nvSpPr>
        <p:spPr>
          <a:xfrm>
            <a:off x="19720534" y="2236044"/>
            <a:ext cx="1353987" cy="1173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10" name="Microphone"/>
          <p:cNvSpPr/>
          <p:nvPr/>
        </p:nvSpPr>
        <p:spPr>
          <a:xfrm>
            <a:off x="18915600" y="3041135"/>
            <a:ext cx="353901" cy="673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41" y="0"/>
                </a:moveTo>
                <a:cubicBezTo>
                  <a:pt x="6808" y="0"/>
                  <a:pt x="3916" y="1519"/>
                  <a:pt x="3916" y="3377"/>
                </a:cubicBezTo>
                <a:lnTo>
                  <a:pt x="3916" y="11505"/>
                </a:lnTo>
                <a:cubicBezTo>
                  <a:pt x="3916" y="13363"/>
                  <a:pt x="6808" y="14882"/>
                  <a:pt x="10341" y="14882"/>
                </a:cubicBezTo>
                <a:lnTo>
                  <a:pt x="11259" y="14882"/>
                </a:lnTo>
                <a:cubicBezTo>
                  <a:pt x="14792" y="14882"/>
                  <a:pt x="17684" y="13363"/>
                  <a:pt x="17684" y="11505"/>
                </a:cubicBezTo>
                <a:lnTo>
                  <a:pt x="17684" y="3377"/>
                </a:lnTo>
                <a:cubicBezTo>
                  <a:pt x="17684" y="1519"/>
                  <a:pt x="14792" y="0"/>
                  <a:pt x="11259" y="0"/>
                </a:cubicBezTo>
                <a:lnTo>
                  <a:pt x="10341" y="0"/>
                </a:lnTo>
                <a:close/>
                <a:moveTo>
                  <a:pt x="1127" y="6630"/>
                </a:moveTo>
                <a:cubicBezTo>
                  <a:pt x="503" y="6630"/>
                  <a:pt x="0" y="6896"/>
                  <a:pt x="0" y="7224"/>
                </a:cubicBezTo>
                <a:lnTo>
                  <a:pt x="0" y="11087"/>
                </a:lnTo>
                <a:cubicBezTo>
                  <a:pt x="0" y="14039"/>
                  <a:pt x="4307" y="16472"/>
                  <a:pt x="9792" y="16740"/>
                </a:cubicBezTo>
                <a:lnTo>
                  <a:pt x="9792" y="20540"/>
                </a:lnTo>
                <a:lnTo>
                  <a:pt x="5353" y="20540"/>
                </a:lnTo>
                <a:cubicBezTo>
                  <a:pt x="4797" y="20540"/>
                  <a:pt x="4349" y="20778"/>
                  <a:pt x="4349" y="21070"/>
                </a:cubicBezTo>
                <a:cubicBezTo>
                  <a:pt x="4349" y="21363"/>
                  <a:pt x="4797" y="21600"/>
                  <a:pt x="5353" y="21600"/>
                </a:cubicBezTo>
                <a:lnTo>
                  <a:pt x="16243" y="21600"/>
                </a:lnTo>
                <a:cubicBezTo>
                  <a:pt x="16799" y="21600"/>
                  <a:pt x="17251" y="21363"/>
                  <a:pt x="17251" y="21070"/>
                </a:cubicBezTo>
                <a:cubicBezTo>
                  <a:pt x="17251" y="20778"/>
                  <a:pt x="16799" y="20540"/>
                  <a:pt x="16243" y="20540"/>
                </a:cubicBezTo>
                <a:lnTo>
                  <a:pt x="11808" y="20540"/>
                </a:lnTo>
                <a:lnTo>
                  <a:pt x="11808" y="16740"/>
                </a:lnTo>
                <a:cubicBezTo>
                  <a:pt x="17293" y="16472"/>
                  <a:pt x="21600" y="14040"/>
                  <a:pt x="21600" y="11087"/>
                </a:cubicBezTo>
                <a:lnTo>
                  <a:pt x="21600" y="7224"/>
                </a:lnTo>
                <a:cubicBezTo>
                  <a:pt x="21600" y="6896"/>
                  <a:pt x="21097" y="6630"/>
                  <a:pt x="20473" y="6630"/>
                </a:cubicBezTo>
                <a:cubicBezTo>
                  <a:pt x="19850" y="6630"/>
                  <a:pt x="19344" y="6896"/>
                  <a:pt x="19344" y="7224"/>
                </a:cubicBezTo>
                <a:lnTo>
                  <a:pt x="19344" y="11087"/>
                </a:lnTo>
                <a:cubicBezTo>
                  <a:pt x="19344" y="13564"/>
                  <a:pt x="15511" y="15579"/>
                  <a:pt x="10800" y="15579"/>
                </a:cubicBezTo>
                <a:cubicBezTo>
                  <a:pt x="6089" y="15579"/>
                  <a:pt x="2256" y="13564"/>
                  <a:pt x="2256" y="11087"/>
                </a:cubicBezTo>
                <a:lnTo>
                  <a:pt x="2256" y="7224"/>
                </a:lnTo>
                <a:cubicBezTo>
                  <a:pt x="2256" y="6896"/>
                  <a:pt x="1750" y="6630"/>
                  <a:pt x="1127" y="663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11" name="Volume"/>
          <p:cNvSpPr/>
          <p:nvPr/>
        </p:nvSpPr>
        <p:spPr>
          <a:xfrm>
            <a:off x="18363252" y="2341926"/>
            <a:ext cx="613738" cy="5357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43" extrusionOk="0">
                <a:moveTo>
                  <a:pt x="9522" y="5"/>
                </a:moveTo>
                <a:cubicBezTo>
                  <a:pt x="9458" y="16"/>
                  <a:pt x="9393" y="50"/>
                  <a:pt x="9338" y="109"/>
                </a:cubicBezTo>
                <a:lnTo>
                  <a:pt x="4461" y="5364"/>
                </a:lnTo>
                <a:cubicBezTo>
                  <a:pt x="4398" y="5432"/>
                  <a:pt x="4313" y="5470"/>
                  <a:pt x="4226" y="5470"/>
                </a:cubicBezTo>
                <a:lnTo>
                  <a:pt x="808" y="5470"/>
                </a:lnTo>
                <a:cubicBezTo>
                  <a:pt x="363" y="5470"/>
                  <a:pt x="0" y="5880"/>
                  <a:pt x="0" y="6387"/>
                </a:cubicBezTo>
                <a:lnTo>
                  <a:pt x="0" y="15058"/>
                </a:lnTo>
                <a:cubicBezTo>
                  <a:pt x="0" y="15565"/>
                  <a:pt x="362" y="15975"/>
                  <a:pt x="808" y="15975"/>
                </a:cubicBezTo>
                <a:lnTo>
                  <a:pt x="4226" y="15975"/>
                </a:lnTo>
                <a:cubicBezTo>
                  <a:pt x="4313" y="15975"/>
                  <a:pt x="4398" y="16013"/>
                  <a:pt x="4461" y="16081"/>
                </a:cubicBezTo>
                <a:lnTo>
                  <a:pt x="9338" y="21336"/>
                </a:lnTo>
                <a:cubicBezTo>
                  <a:pt x="9557" y="21571"/>
                  <a:pt x="9917" y="21395"/>
                  <a:pt x="9917" y="21053"/>
                </a:cubicBezTo>
                <a:lnTo>
                  <a:pt x="9917" y="392"/>
                </a:lnTo>
                <a:cubicBezTo>
                  <a:pt x="9917" y="135"/>
                  <a:pt x="9715" y="-29"/>
                  <a:pt x="9522" y="5"/>
                </a:cubicBezTo>
                <a:close/>
                <a:moveTo>
                  <a:pt x="18098" y="7"/>
                </a:moveTo>
                <a:lnTo>
                  <a:pt x="16830" y="1320"/>
                </a:lnTo>
                <a:cubicBezTo>
                  <a:pt x="18734" y="3848"/>
                  <a:pt x="19886" y="7132"/>
                  <a:pt x="19886" y="10723"/>
                </a:cubicBezTo>
                <a:cubicBezTo>
                  <a:pt x="19886" y="14313"/>
                  <a:pt x="18734" y="17597"/>
                  <a:pt x="16830" y="20125"/>
                </a:cubicBezTo>
                <a:lnTo>
                  <a:pt x="18098" y="21436"/>
                </a:lnTo>
                <a:cubicBezTo>
                  <a:pt x="20280" y="18562"/>
                  <a:pt x="21600" y="14817"/>
                  <a:pt x="21600" y="10723"/>
                </a:cubicBezTo>
                <a:cubicBezTo>
                  <a:pt x="21600" y="6628"/>
                  <a:pt x="20280" y="2881"/>
                  <a:pt x="18098" y="7"/>
                </a:cubicBezTo>
                <a:close/>
                <a:moveTo>
                  <a:pt x="15546" y="2646"/>
                </a:moveTo>
                <a:lnTo>
                  <a:pt x="14272" y="3965"/>
                </a:lnTo>
                <a:cubicBezTo>
                  <a:pt x="15619" y="5794"/>
                  <a:pt x="16430" y="8151"/>
                  <a:pt x="16430" y="10723"/>
                </a:cubicBezTo>
                <a:cubicBezTo>
                  <a:pt x="16430" y="13294"/>
                  <a:pt x="15618" y="15651"/>
                  <a:pt x="14272" y="17480"/>
                </a:cubicBezTo>
                <a:lnTo>
                  <a:pt x="15546" y="18797"/>
                </a:lnTo>
                <a:cubicBezTo>
                  <a:pt x="17171" y="16619"/>
                  <a:pt x="18151" y="13802"/>
                  <a:pt x="18151" y="10723"/>
                </a:cubicBezTo>
                <a:cubicBezTo>
                  <a:pt x="18151" y="7643"/>
                  <a:pt x="17171" y="4824"/>
                  <a:pt x="15546" y="2646"/>
                </a:cubicBezTo>
                <a:close/>
                <a:moveTo>
                  <a:pt x="13064" y="5215"/>
                </a:moveTo>
                <a:lnTo>
                  <a:pt x="11908" y="6414"/>
                </a:lnTo>
                <a:cubicBezTo>
                  <a:pt x="12740" y="7595"/>
                  <a:pt x="13236" y="9092"/>
                  <a:pt x="13236" y="10723"/>
                </a:cubicBezTo>
                <a:cubicBezTo>
                  <a:pt x="13236" y="12353"/>
                  <a:pt x="12740" y="13851"/>
                  <a:pt x="11908" y="15031"/>
                </a:cubicBezTo>
                <a:lnTo>
                  <a:pt x="13064" y="16228"/>
                </a:lnTo>
                <a:cubicBezTo>
                  <a:pt x="14148" y="14731"/>
                  <a:pt x="14799" y="12813"/>
                  <a:pt x="14799" y="10723"/>
                </a:cubicBezTo>
                <a:cubicBezTo>
                  <a:pt x="14799" y="8632"/>
                  <a:pt x="14147" y="6712"/>
                  <a:pt x="13064" y="5215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12" name="Molecule"/>
          <p:cNvSpPr/>
          <p:nvPr/>
        </p:nvSpPr>
        <p:spPr>
          <a:xfrm>
            <a:off x="17601651" y="5033262"/>
            <a:ext cx="1352440" cy="11751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25" h="21600" extrusionOk="0">
                <a:moveTo>
                  <a:pt x="2726" y="0"/>
                </a:moveTo>
                <a:cubicBezTo>
                  <a:pt x="2262" y="0"/>
                  <a:pt x="1792" y="142"/>
                  <a:pt x="1361" y="440"/>
                </a:cubicBezTo>
                <a:cubicBezTo>
                  <a:pt x="57" y="1343"/>
                  <a:pt x="-387" y="3336"/>
                  <a:pt x="369" y="4892"/>
                </a:cubicBezTo>
                <a:cubicBezTo>
                  <a:pt x="875" y="5935"/>
                  <a:pt x="1791" y="6516"/>
                  <a:pt x="2733" y="6516"/>
                </a:cubicBezTo>
                <a:cubicBezTo>
                  <a:pt x="2959" y="6516"/>
                  <a:pt x="3186" y="6484"/>
                  <a:pt x="3410" y="6415"/>
                </a:cubicBezTo>
                <a:lnTo>
                  <a:pt x="4436" y="8528"/>
                </a:lnTo>
                <a:cubicBezTo>
                  <a:pt x="3958" y="9115"/>
                  <a:pt x="3662" y="9916"/>
                  <a:pt x="3662" y="10800"/>
                </a:cubicBezTo>
                <a:cubicBezTo>
                  <a:pt x="3662" y="11684"/>
                  <a:pt x="3958" y="12485"/>
                  <a:pt x="4436" y="13072"/>
                </a:cubicBezTo>
                <a:lnTo>
                  <a:pt x="3410" y="15187"/>
                </a:lnTo>
                <a:cubicBezTo>
                  <a:pt x="3186" y="15119"/>
                  <a:pt x="2959" y="15084"/>
                  <a:pt x="2733" y="15084"/>
                </a:cubicBezTo>
                <a:cubicBezTo>
                  <a:pt x="1791" y="15084"/>
                  <a:pt x="875" y="15665"/>
                  <a:pt x="369" y="16708"/>
                </a:cubicBezTo>
                <a:cubicBezTo>
                  <a:pt x="-387" y="18264"/>
                  <a:pt x="57" y="20259"/>
                  <a:pt x="1361" y="21162"/>
                </a:cubicBezTo>
                <a:cubicBezTo>
                  <a:pt x="1792" y="21460"/>
                  <a:pt x="2262" y="21600"/>
                  <a:pt x="2726" y="21600"/>
                </a:cubicBezTo>
                <a:cubicBezTo>
                  <a:pt x="3668" y="21600"/>
                  <a:pt x="4584" y="21018"/>
                  <a:pt x="5090" y="19976"/>
                </a:cubicBezTo>
                <a:cubicBezTo>
                  <a:pt x="5718" y="18683"/>
                  <a:pt x="5518" y="17090"/>
                  <a:pt x="4685" y="16070"/>
                </a:cubicBezTo>
                <a:lnTo>
                  <a:pt x="5711" y="13956"/>
                </a:lnTo>
                <a:cubicBezTo>
                  <a:pt x="5929" y="14023"/>
                  <a:pt x="6157" y="14058"/>
                  <a:pt x="6392" y="14058"/>
                </a:cubicBezTo>
                <a:cubicBezTo>
                  <a:pt x="7643" y="14058"/>
                  <a:pt x="8698" y="13052"/>
                  <a:pt x="9020" y="11681"/>
                </a:cubicBezTo>
                <a:lnTo>
                  <a:pt x="11805" y="11681"/>
                </a:lnTo>
                <a:cubicBezTo>
                  <a:pt x="12127" y="13052"/>
                  <a:pt x="13181" y="14058"/>
                  <a:pt x="14433" y="14058"/>
                </a:cubicBezTo>
                <a:cubicBezTo>
                  <a:pt x="14667" y="14058"/>
                  <a:pt x="14896" y="14023"/>
                  <a:pt x="15113" y="13956"/>
                </a:cubicBezTo>
                <a:lnTo>
                  <a:pt x="16139" y="16070"/>
                </a:lnTo>
                <a:cubicBezTo>
                  <a:pt x="15307" y="17090"/>
                  <a:pt x="15106" y="18683"/>
                  <a:pt x="15734" y="19976"/>
                </a:cubicBezTo>
                <a:cubicBezTo>
                  <a:pt x="16240" y="21018"/>
                  <a:pt x="17156" y="21600"/>
                  <a:pt x="18098" y="21600"/>
                </a:cubicBezTo>
                <a:cubicBezTo>
                  <a:pt x="18563" y="21600"/>
                  <a:pt x="19033" y="21460"/>
                  <a:pt x="19464" y="21162"/>
                </a:cubicBezTo>
                <a:cubicBezTo>
                  <a:pt x="20768" y="20259"/>
                  <a:pt x="21213" y="18264"/>
                  <a:pt x="20457" y="16708"/>
                </a:cubicBezTo>
                <a:cubicBezTo>
                  <a:pt x="19951" y="15665"/>
                  <a:pt x="19035" y="15083"/>
                  <a:pt x="18093" y="15084"/>
                </a:cubicBezTo>
                <a:cubicBezTo>
                  <a:pt x="17867" y="15084"/>
                  <a:pt x="17640" y="15119"/>
                  <a:pt x="17416" y="15187"/>
                </a:cubicBezTo>
                <a:lnTo>
                  <a:pt x="16388" y="13072"/>
                </a:lnTo>
                <a:cubicBezTo>
                  <a:pt x="16867" y="12485"/>
                  <a:pt x="17162" y="11684"/>
                  <a:pt x="17162" y="10800"/>
                </a:cubicBezTo>
                <a:cubicBezTo>
                  <a:pt x="17162" y="9916"/>
                  <a:pt x="16867" y="9115"/>
                  <a:pt x="16388" y="8528"/>
                </a:cubicBezTo>
                <a:lnTo>
                  <a:pt x="17416" y="6415"/>
                </a:lnTo>
                <a:cubicBezTo>
                  <a:pt x="17640" y="6484"/>
                  <a:pt x="17867" y="6516"/>
                  <a:pt x="18093" y="6516"/>
                </a:cubicBezTo>
                <a:cubicBezTo>
                  <a:pt x="19035" y="6516"/>
                  <a:pt x="19951" y="5935"/>
                  <a:pt x="20457" y="4892"/>
                </a:cubicBezTo>
                <a:cubicBezTo>
                  <a:pt x="21213" y="3336"/>
                  <a:pt x="20768" y="1343"/>
                  <a:pt x="19464" y="440"/>
                </a:cubicBezTo>
                <a:cubicBezTo>
                  <a:pt x="19033" y="142"/>
                  <a:pt x="18563" y="0"/>
                  <a:pt x="18098" y="0"/>
                </a:cubicBezTo>
                <a:cubicBezTo>
                  <a:pt x="17156" y="0"/>
                  <a:pt x="16240" y="582"/>
                  <a:pt x="15734" y="1624"/>
                </a:cubicBezTo>
                <a:cubicBezTo>
                  <a:pt x="15106" y="2917"/>
                  <a:pt x="15307" y="4510"/>
                  <a:pt x="16139" y="5530"/>
                </a:cubicBezTo>
                <a:lnTo>
                  <a:pt x="15113" y="7644"/>
                </a:lnTo>
                <a:cubicBezTo>
                  <a:pt x="14896" y="7577"/>
                  <a:pt x="14667" y="7542"/>
                  <a:pt x="14433" y="7542"/>
                </a:cubicBezTo>
                <a:cubicBezTo>
                  <a:pt x="13181" y="7542"/>
                  <a:pt x="12127" y="8548"/>
                  <a:pt x="11805" y="9919"/>
                </a:cubicBezTo>
                <a:lnTo>
                  <a:pt x="9020" y="9919"/>
                </a:lnTo>
                <a:cubicBezTo>
                  <a:pt x="8698" y="8548"/>
                  <a:pt x="7643" y="7542"/>
                  <a:pt x="6392" y="7542"/>
                </a:cubicBezTo>
                <a:cubicBezTo>
                  <a:pt x="6157" y="7542"/>
                  <a:pt x="5929" y="7577"/>
                  <a:pt x="5711" y="7644"/>
                </a:cubicBezTo>
                <a:lnTo>
                  <a:pt x="4685" y="5530"/>
                </a:lnTo>
                <a:cubicBezTo>
                  <a:pt x="5518" y="4510"/>
                  <a:pt x="5718" y="2917"/>
                  <a:pt x="5090" y="1624"/>
                </a:cubicBezTo>
                <a:cubicBezTo>
                  <a:pt x="4584" y="582"/>
                  <a:pt x="3668" y="0"/>
                  <a:pt x="2726" y="0"/>
                </a:cubicBezTo>
                <a:close/>
                <a:moveTo>
                  <a:pt x="2728" y="1761"/>
                </a:moveTo>
                <a:cubicBezTo>
                  <a:pt x="3175" y="1761"/>
                  <a:pt x="3591" y="2046"/>
                  <a:pt x="3815" y="2507"/>
                </a:cubicBezTo>
                <a:cubicBezTo>
                  <a:pt x="3983" y="2853"/>
                  <a:pt x="4027" y="3257"/>
                  <a:pt x="3941" y="3644"/>
                </a:cubicBezTo>
                <a:cubicBezTo>
                  <a:pt x="3855" y="4030"/>
                  <a:pt x="3649" y="4353"/>
                  <a:pt x="3359" y="4554"/>
                </a:cubicBezTo>
                <a:cubicBezTo>
                  <a:pt x="3165" y="4688"/>
                  <a:pt x="2954" y="4755"/>
                  <a:pt x="2733" y="4755"/>
                </a:cubicBezTo>
                <a:cubicBezTo>
                  <a:pt x="2286" y="4755"/>
                  <a:pt x="1868" y="4470"/>
                  <a:pt x="1644" y="4010"/>
                </a:cubicBezTo>
                <a:cubicBezTo>
                  <a:pt x="1476" y="3664"/>
                  <a:pt x="1432" y="3259"/>
                  <a:pt x="1518" y="2873"/>
                </a:cubicBezTo>
                <a:cubicBezTo>
                  <a:pt x="1604" y="2486"/>
                  <a:pt x="1810" y="2163"/>
                  <a:pt x="2100" y="1963"/>
                </a:cubicBezTo>
                <a:cubicBezTo>
                  <a:pt x="2294" y="1828"/>
                  <a:pt x="2506" y="1761"/>
                  <a:pt x="2728" y="1761"/>
                </a:cubicBezTo>
                <a:close/>
                <a:moveTo>
                  <a:pt x="18098" y="1761"/>
                </a:moveTo>
                <a:cubicBezTo>
                  <a:pt x="18320" y="1761"/>
                  <a:pt x="18530" y="1829"/>
                  <a:pt x="18724" y="1963"/>
                </a:cubicBezTo>
                <a:cubicBezTo>
                  <a:pt x="19014" y="2163"/>
                  <a:pt x="19222" y="2486"/>
                  <a:pt x="19308" y="2873"/>
                </a:cubicBezTo>
                <a:cubicBezTo>
                  <a:pt x="19394" y="3259"/>
                  <a:pt x="19348" y="3664"/>
                  <a:pt x="19180" y="4010"/>
                </a:cubicBezTo>
                <a:cubicBezTo>
                  <a:pt x="18956" y="4470"/>
                  <a:pt x="18540" y="4755"/>
                  <a:pt x="18093" y="4755"/>
                </a:cubicBezTo>
                <a:cubicBezTo>
                  <a:pt x="17872" y="4755"/>
                  <a:pt x="17661" y="4688"/>
                  <a:pt x="17467" y="4554"/>
                </a:cubicBezTo>
                <a:cubicBezTo>
                  <a:pt x="17177" y="4353"/>
                  <a:pt x="16969" y="4030"/>
                  <a:pt x="16883" y="3644"/>
                </a:cubicBezTo>
                <a:cubicBezTo>
                  <a:pt x="16797" y="3257"/>
                  <a:pt x="16843" y="2853"/>
                  <a:pt x="17011" y="2507"/>
                </a:cubicBezTo>
                <a:cubicBezTo>
                  <a:pt x="17235" y="2046"/>
                  <a:pt x="17651" y="1761"/>
                  <a:pt x="18098" y="1761"/>
                </a:cubicBezTo>
                <a:close/>
                <a:moveTo>
                  <a:pt x="2733" y="16845"/>
                </a:moveTo>
                <a:cubicBezTo>
                  <a:pt x="2954" y="16845"/>
                  <a:pt x="3165" y="16912"/>
                  <a:pt x="3359" y="17046"/>
                </a:cubicBezTo>
                <a:cubicBezTo>
                  <a:pt x="3649" y="17247"/>
                  <a:pt x="3855" y="17572"/>
                  <a:pt x="3941" y="17958"/>
                </a:cubicBezTo>
                <a:cubicBezTo>
                  <a:pt x="4027" y="18345"/>
                  <a:pt x="3983" y="18747"/>
                  <a:pt x="3815" y="19093"/>
                </a:cubicBezTo>
                <a:cubicBezTo>
                  <a:pt x="3591" y="19554"/>
                  <a:pt x="3175" y="19841"/>
                  <a:pt x="2728" y="19841"/>
                </a:cubicBezTo>
                <a:cubicBezTo>
                  <a:pt x="2506" y="19841"/>
                  <a:pt x="2294" y="19772"/>
                  <a:pt x="2100" y="19637"/>
                </a:cubicBezTo>
                <a:cubicBezTo>
                  <a:pt x="1810" y="19437"/>
                  <a:pt x="1604" y="19114"/>
                  <a:pt x="1518" y="18727"/>
                </a:cubicBezTo>
                <a:cubicBezTo>
                  <a:pt x="1432" y="18341"/>
                  <a:pt x="1476" y="17938"/>
                  <a:pt x="1644" y="17592"/>
                </a:cubicBezTo>
                <a:cubicBezTo>
                  <a:pt x="1868" y="17132"/>
                  <a:pt x="2286" y="16845"/>
                  <a:pt x="2733" y="16845"/>
                </a:cubicBezTo>
                <a:close/>
                <a:moveTo>
                  <a:pt x="18093" y="16845"/>
                </a:moveTo>
                <a:cubicBezTo>
                  <a:pt x="18540" y="16845"/>
                  <a:pt x="18956" y="17132"/>
                  <a:pt x="19180" y="17592"/>
                </a:cubicBezTo>
                <a:cubicBezTo>
                  <a:pt x="19348" y="17938"/>
                  <a:pt x="19394" y="18341"/>
                  <a:pt x="19308" y="18727"/>
                </a:cubicBezTo>
                <a:cubicBezTo>
                  <a:pt x="19222" y="19114"/>
                  <a:pt x="19014" y="19437"/>
                  <a:pt x="18724" y="19637"/>
                </a:cubicBezTo>
                <a:cubicBezTo>
                  <a:pt x="18530" y="19772"/>
                  <a:pt x="18320" y="19839"/>
                  <a:pt x="18098" y="19839"/>
                </a:cubicBezTo>
                <a:cubicBezTo>
                  <a:pt x="17651" y="19839"/>
                  <a:pt x="17235" y="19554"/>
                  <a:pt x="17011" y="19093"/>
                </a:cubicBezTo>
                <a:cubicBezTo>
                  <a:pt x="16843" y="18747"/>
                  <a:pt x="16797" y="18345"/>
                  <a:pt x="16883" y="17958"/>
                </a:cubicBezTo>
                <a:cubicBezTo>
                  <a:pt x="16969" y="17572"/>
                  <a:pt x="17177" y="17247"/>
                  <a:pt x="17467" y="17046"/>
                </a:cubicBezTo>
                <a:cubicBezTo>
                  <a:pt x="17661" y="16912"/>
                  <a:pt x="17872" y="16845"/>
                  <a:pt x="18093" y="16845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13" name="Phone"/>
          <p:cNvSpPr/>
          <p:nvPr/>
        </p:nvSpPr>
        <p:spPr>
          <a:xfrm>
            <a:off x="18194070" y="1429980"/>
            <a:ext cx="1352441" cy="27851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8" y="0"/>
                </a:moveTo>
                <a:cubicBezTo>
                  <a:pt x="934" y="0"/>
                  <a:pt x="0" y="453"/>
                  <a:pt x="0" y="1004"/>
                </a:cubicBezTo>
                <a:lnTo>
                  <a:pt x="0" y="20596"/>
                </a:lnTo>
                <a:cubicBezTo>
                  <a:pt x="0" y="21152"/>
                  <a:pt x="934" y="21600"/>
                  <a:pt x="2068" y="21600"/>
                </a:cubicBezTo>
                <a:lnTo>
                  <a:pt x="19532" y="21600"/>
                </a:lnTo>
                <a:cubicBezTo>
                  <a:pt x="20666" y="21600"/>
                  <a:pt x="21600" y="21147"/>
                  <a:pt x="21600" y="20596"/>
                </a:cubicBezTo>
                <a:lnTo>
                  <a:pt x="21600" y="1004"/>
                </a:lnTo>
                <a:cubicBezTo>
                  <a:pt x="21600" y="453"/>
                  <a:pt x="20677" y="0"/>
                  <a:pt x="19532" y="0"/>
                </a:cubicBezTo>
                <a:lnTo>
                  <a:pt x="2068" y="0"/>
                </a:lnTo>
                <a:close/>
                <a:moveTo>
                  <a:pt x="9142" y="1350"/>
                </a:moveTo>
                <a:lnTo>
                  <a:pt x="12468" y="1350"/>
                </a:lnTo>
                <a:cubicBezTo>
                  <a:pt x="12758" y="1350"/>
                  <a:pt x="12990" y="1463"/>
                  <a:pt x="12990" y="1604"/>
                </a:cubicBezTo>
                <a:cubicBezTo>
                  <a:pt x="12990" y="1744"/>
                  <a:pt x="12758" y="1858"/>
                  <a:pt x="12468" y="1858"/>
                </a:cubicBezTo>
                <a:lnTo>
                  <a:pt x="9142" y="1858"/>
                </a:lnTo>
                <a:cubicBezTo>
                  <a:pt x="8853" y="1858"/>
                  <a:pt x="8621" y="1744"/>
                  <a:pt x="8621" y="1604"/>
                </a:cubicBezTo>
                <a:cubicBezTo>
                  <a:pt x="8621" y="1463"/>
                  <a:pt x="8853" y="1350"/>
                  <a:pt x="9142" y="1350"/>
                </a:cubicBezTo>
                <a:close/>
                <a:moveTo>
                  <a:pt x="1477" y="2927"/>
                </a:moveTo>
                <a:lnTo>
                  <a:pt x="20123" y="2927"/>
                </a:lnTo>
                <a:lnTo>
                  <a:pt x="20123" y="18985"/>
                </a:lnTo>
                <a:lnTo>
                  <a:pt x="1477" y="18985"/>
                </a:lnTo>
                <a:lnTo>
                  <a:pt x="1477" y="2927"/>
                </a:ln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14" name="WebRTC"/>
          <p:cNvSpPr txBox="1"/>
          <p:nvPr/>
        </p:nvSpPr>
        <p:spPr>
          <a:xfrm>
            <a:off x="17491118" y="4425347"/>
            <a:ext cx="1573506" cy="535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/>
            </a:lvl1pPr>
          </a:lstStyle>
          <a:p>
            <a:r>
              <a:t>WebRTC</a:t>
            </a:r>
          </a:p>
        </p:txBody>
      </p:sp>
      <p:sp>
        <p:nvSpPr>
          <p:cNvPr id="215" name="Line"/>
          <p:cNvSpPr/>
          <p:nvPr/>
        </p:nvSpPr>
        <p:spPr>
          <a:xfrm flipH="1" flipV="1">
            <a:off x="15338521" y="5620822"/>
            <a:ext cx="453327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16" name="OpenAI Realtime Voice API"/>
          <p:cNvSpPr/>
          <p:nvPr/>
        </p:nvSpPr>
        <p:spPr>
          <a:xfrm>
            <a:off x="19830871" y="5028338"/>
            <a:ext cx="2022349" cy="1184970"/>
          </a:xfrm>
          <a:prstGeom prst="roundRect">
            <a:avLst>
              <a:gd name="adj" fmla="val 24299"/>
            </a:avLst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3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OpenAI Realtime Voice API</a:t>
            </a:r>
          </a:p>
        </p:txBody>
      </p:sp>
      <p:cxnSp>
        <p:nvCxnSpPr>
          <p:cNvPr id="217" name="Connection Line"/>
          <p:cNvCxnSpPr>
            <a:stCxn id="214" idx="0"/>
            <a:endCxn id="211" idx="0"/>
          </p:cNvCxnSpPr>
          <p:nvPr/>
        </p:nvCxnSpPr>
        <p:spPr>
          <a:xfrm flipV="1">
            <a:off x="18277870" y="2609819"/>
            <a:ext cx="392252" cy="2083423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218" name="Connection Line"/>
          <p:cNvCxnSpPr>
            <a:stCxn id="210" idx="0"/>
            <a:endCxn id="214" idx="0"/>
          </p:cNvCxnSpPr>
          <p:nvPr/>
        </p:nvCxnSpPr>
        <p:spPr>
          <a:xfrm flipH="1">
            <a:off x="18277870" y="3377682"/>
            <a:ext cx="814681" cy="131556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sp>
        <p:nvSpPr>
          <p:cNvPr id="219" name="Device audio"/>
          <p:cNvSpPr txBox="1"/>
          <p:nvPr/>
        </p:nvSpPr>
        <p:spPr>
          <a:xfrm>
            <a:off x="16362697" y="2781817"/>
            <a:ext cx="1657351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r>
              <a:t> Device audio</a:t>
            </a:r>
          </a:p>
        </p:txBody>
      </p:sp>
      <p:sp>
        <p:nvSpPr>
          <p:cNvPr id="220" name="Data"/>
          <p:cNvSpPr txBox="1"/>
          <p:nvPr/>
        </p:nvSpPr>
        <p:spPr>
          <a:xfrm>
            <a:off x="16167589" y="5728735"/>
            <a:ext cx="645923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r>
              <a:t>Data</a:t>
            </a:r>
          </a:p>
        </p:txBody>
      </p:sp>
      <p:sp>
        <p:nvSpPr>
          <p:cNvPr id="221" name="RTFlow: realtime multi-agent framework…"/>
          <p:cNvSpPr txBox="1"/>
          <p:nvPr/>
        </p:nvSpPr>
        <p:spPr>
          <a:xfrm>
            <a:off x="241855" y="237568"/>
            <a:ext cx="10986517" cy="1884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RTFlow: realtime multi-agent framework</a:t>
            </a:r>
          </a:p>
          <a:p>
            <a:pPr>
              <a:defRPr sz="3800">
                <a:solidFill>
                  <a:schemeClr val="accent1">
                    <a:hueOff val="114395"/>
                    <a:lumOff val="-24975"/>
                  </a:schemeClr>
                </a:solidFill>
              </a:defRPr>
            </a:pPr>
            <a:r>
              <a:t>RT.Assistant Sample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ACE235-B878-9865-7239-3140A1169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4300" y="9067800"/>
            <a:ext cx="6489700" cy="46482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064993-F4F1-4B98-AFE8-D0CBEFCDF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49" y="457198"/>
            <a:ext cx="3670300" cy="79523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20814E-0A2C-9BC4-5E5F-84E24139AC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820" y="472440"/>
            <a:ext cx="4559960" cy="79523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C9FB2B-CF3F-C964-6256-9934D7793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67601" y="457199"/>
            <a:ext cx="5295900" cy="77343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F066EB-E43E-1B74-7786-8E7941217B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364"/>
          <a:stretch>
            <a:fillRect/>
          </a:stretch>
        </p:blipFill>
        <p:spPr>
          <a:xfrm>
            <a:off x="9371351" y="420622"/>
            <a:ext cx="4635678" cy="901598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6CA72E-D641-8C97-D14E-835DE0BF7746}"/>
              </a:ext>
            </a:extLst>
          </p:cNvPr>
          <p:cNvSpPr txBox="1"/>
          <p:nvPr/>
        </p:nvSpPr>
        <p:spPr>
          <a:xfrm>
            <a:off x="259249" y="8424757"/>
            <a:ext cx="31699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Android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13CAC-F4D0-9435-21CC-8064801FFA6F}"/>
              </a:ext>
            </a:extLst>
          </p:cNvPr>
          <p:cNvSpPr txBox="1"/>
          <p:nvPr/>
        </p:nvSpPr>
        <p:spPr>
          <a:xfrm>
            <a:off x="4739620" y="8424757"/>
            <a:ext cx="31699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Windows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2DA5EF-43D2-F435-BD67-11EA2F9684F9}"/>
              </a:ext>
            </a:extLst>
          </p:cNvPr>
          <p:cNvSpPr txBox="1"/>
          <p:nvPr/>
        </p:nvSpPr>
        <p:spPr>
          <a:xfrm>
            <a:off x="10662008" y="9301884"/>
            <a:ext cx="1529992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88EB61-C326-1B74-8803-313F9D8C659F}"/>
              </a:ext>
            </a:extLst>
          </p:cNvPr>
          <p:cNvSpPr txBox="1"/>
          <p:nvPr/>
        </p:nvSpPr>
        <p:spPr>
          <a:xfrm>
            <a:off x="15636703" y="7811110"/>
            <a:ext cx="3169920" cy="13444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MacOS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A0F5A5-D9EF-E86F-57B2-80A4B320E752}"/>
              </a:ext>
            </a:extLst>
          </p:cNvPr>
          <p:cNvSpPr txBox="1"/>
          <p:nvPr/>
        </p:nvSpPr>
        <p:spPr>
          <a:xfrm>
            <a:off x="15695877" y="12080530"/>
            <a:ext cx="2139249" cy="11782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Settings</a:t>
            </a: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3" name="Line Callout 1 12">
            <a:extLst>
              <a:ext uri="{FF2B5EF4-FFF2-40B4-BE49-F238E27FC236}">
                <a16:creationId xmlns:a16="http://schemas.microsoft.com/office/drawing/2014/main" id="{D1BE0252-2EC6-3C9A-BF04-E8B02931855A}"/>
              </a:ext>
            </a:extLst>
          </p:cNvPr>
          <p:cNvSpPr/>
          <p:nvPr/>
        </p:nvSpPr>
        <p:spPr>
          <a:xfrm>
            <a:off x="20848319" y="2051247"/>
            <a:ext cx="3276431" cy="1210588"/>
          </a:xfrm>
          <a:prstGeom prst="borderCallout1">
            <a:avLst>
              <a:gd name="adj1" fmla="val 18750"/>
              <a:gd name="adj2" fmla="val -8333"/>
              <a:gd name="adj3" fmla="val -23460"/>
              <a:gd name="adj4" fmla="val -361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Connect to OpenAI</a:t>
            </a: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1715589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50</Words>
  <Application>Microsoft Macintosh PowerPoint</Application>
  <PresentationFormat>Custom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Helvetica Neue</vt:lpstr>
      <vt:lpstr>Helvetica Neue Medium</vt:lpstr>
      <vt:lpstr>21_BasicWhite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Faisal Waris</cp:lastModifiedBy>
  <cp:revision>6</cp:revision>
  <dcterms:modified xsi:type="dcterms:W3CDTF">2025-12-26T18:37:24Z</dcterms:modified>
</cp:coreProperties>
</file>